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pronounced  A · V · I · Q · 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INDIA  ·  JUNE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turns any restaurant, hotel, or food court into a QR-powered AI ordering machine — no app download, no login, live in 10 minutes.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 N  |  sujeetn75@gmail.com  |  +91 88729 47878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Technologies Pvt Ltd  ·  Bengaluru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14173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Rs.1.5Cr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267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645920"/>
            <a:ext cx="14173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Rs.18Cr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89320" y="2267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ARR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1645920"/>
            <a:ext cx="141732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0" y="22677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29260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menu. One scan.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AI.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206240" y="4297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slides  |  Bengaluru, India  |  June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79576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menus are broken.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knows it. No one fixed it.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743200" cy="26060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1920240"/>
            <a:ext cx="731520" cy="7315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download apps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diners abandon ordering if asked to install an app. Your app has 12 reviews and a 3.1 star rating.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828800"/>
            <a:ext cx="2743200" cy="26060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0248" y="1920240"/>
            <a:ext cx="731520" cy="7315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27024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1568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digitisation is a nightmare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1568" y="33101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owners are asked to type every item manually. A 200-item menu takes a full day. It never gets done.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1828800"/>
            <a:ext cx="2743200" cy="26060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14616" y="1920240"/>
            <a:ext cx="731520" cy="73152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214616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5936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change, QR codes break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45936" y="33101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print a QR, change their prices, and the code shows the wrong menu. So they stop using 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million restaurants in India. Fewer than 3% have a working digital menu that customers actually use.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261872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Scan. Order. Done.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3200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554480"/>
            <a:ext cx="822960" cy="82296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menu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 PDF → AviQR AI OCR → digital menu in 15 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651760" cy="3200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554480"/>
            <a:ext cx="822960" cy="82296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QR codes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for every table, room, or counter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651760" cy="3200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1554480"/>
            <a:ext cx="822960" cy="82296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 No login. Scan, browse, pay in seconds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29968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5" name="Text 23"/>
          <p:cNvSpPr/>
          <p:nvPr/>
        </p:nvSpPr>
        <p:spPr>
          <a:xfrm>
            <a:off x="2029968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URL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39896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7" name="Text 25"/>
          <p:cNvSpPr/>
          <p:nvPr/>
        </p:nvSpPr>
        <p:spPr>
          <a:xfrm>
            <a:off x="3739896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in 15 min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9824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29" name="Text 27"/>
          <p:cNvSpPr/>
          <p:nvPr/>
        </p:nvSpPr>
        <p:spPr>
          <a:xfrm>
            <a:off x="5449824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59752" y="4754880"/>
            <a:ext cx="1600200" cy="25603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31" name="Text 29"/>
          <p:cNvSpPr/>
          <p:nvPr/>
        </p:nvSpPr>
        <p:spPr>
          <a:xfrm>
            <a:off x="7159752" y="4754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phone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79576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underpenetrated market.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834640" cy="2834640"/>
          </a:xfrm>
          <a:prstGeom prst="oval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053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2722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03763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F&amp;B digital ordering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103120" cy="2103120"/>
          </a:xfrm>
          <a:prstGeom prst="oval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0071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24277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$820M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99557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table ordering SaaS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60720" y="2103120"/>
            <a:ext cx="1371600" cy="1371600"/>
          </a:xfrm>
          <a:prstGeom prst="oval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23088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25831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2953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Y3 (5k outlets)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7.5M+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in India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87168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32888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$9.5B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538728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ordering by 2027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54296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0016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05856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with no digital menu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21424" y="4462272"/>
            <a:ext cx="1993392" cy="54864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67144" y="4480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Rs.2,499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72984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ARPU — Growth plan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food businesses.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features that make AviQR the only complete AI-powered QR ordering platform in the market.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73936"/>
            <a:ext cx="8229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WEDGE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325880" y="17373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Menu Upload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to live digital menu in 15 minutes. No typing.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1664208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773936"/>
            <a:ext cx="82296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17739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41848" y="17373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41848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hours, weekend rates, festival pricing — automated.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459736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569464"/>
            <a:ext cx="82296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569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325880" y="253288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Codes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never changes. Update menu anytime, same link.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6008" y="2459736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2569464"/>
            <a:ext cx="82296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727448" y="2569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41848" y="253288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41848" y="2807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Kitchen, cashier, manager each see exactly what they need.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255264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3364992"/>
            <a:ext cx="8229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364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325880" y="33284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Menu Suggestions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2588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missing items, combos &amp; price benchmarks.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36008" y="3255264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27448" y="3364992"/>
            <a:ext cx="822960" cy="20116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5" name="Text 33"/>
          <p:cNvSpPr/>
          <p:nvPr/>
        </p:nvSpPr>
        <p:spPr>
          <a:xfrm>
            <a:off x="4727448" y="3364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41848" y="332841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Prediction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41848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alerts, smart staffing, reorder recommendations.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050792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11480" y="4160520"/>
            <a:ext cx="822960" cy="20116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325880" y="412394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Roles &amp; OTP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325880" y="4398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role types. Every staff member has their own login.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36008" y="4050792"/>
            <a:ext cx="4069080" cy="70408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27448" y="4160520"/>
            <a:ext cx="822960" cy="20116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45" name="Text 43"/>
          <p:cNvSpPr/>
          <p:nvPr/>
        </p:nvSpPr>
        <p:spPr>
          <a:xfrm>
            <a:off x="4727448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641848" y="412394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Multi-outlet / Chain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41848" y="4398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menus between outlets. Central brand analytics.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426464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+ transaction fee.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00C89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LAUNCH OFFER: First 500 restaurants — FREE for 90 days, then Rs.499/mo  |  No credit card  |  WhatsApp: +91 88729 47878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801368"/>
            <a:ext cx="2011680" cy="2971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Rs.999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Cafes &amp; dhabas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3127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QR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 orders/day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3895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reports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41448" y="1801368"/>
            <a:ext cx="2011680" cy="2971800"/>
          </a:xfrm>
          <a:prstGeom prst="rect">
            <a:avLst/>
          </a:prstGeom>
          <a:solidFill>
            <a:srgbClr val="1A203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41448" y="1801368"/>
            <a:ext cx="2011680" cy="2560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Text 17"/>
          <p:cNvSpPr/>
          <p:nvPr/>
        </p:nvSpPr>
        <p:spPr>
          <a:xfrm>
            <a:off x="2441448" y="1801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32888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32888" y="24323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Rs.2,499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32888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32888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51176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Dynamic pricing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51176" y="3694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OCR upload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51176" y="4078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roles &amp; analytics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54296" y="1801368"/>
            <a:ext cx="2011680" cy="2971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4573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45736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Rs.4,999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45736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45736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resorts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4024" y="3127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Room QR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64024" y="35112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domain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64024" y="3895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67144" y="1801368"/>
            <a:ext cx="2011680" cy="29718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58584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58584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Rs.1,999x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58584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/outlet/mo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58584" y="2880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5+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76872" y="3127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 dashboard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76872" y="35112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Menu sync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76872" y="3895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+ 0.5% transaction fee on online orders (waived on Growth+ with own Razorpay account)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 is strong.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outlets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87168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87168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87168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at 8 weeks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54296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orders/day/outlet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21424" y="1325880"/>
            <a:ext cx="1965960" cy="100584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21424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Rs.3.2L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21424" y="19385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487168"/>
            <a:ext cx="8503920" cy="1170432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5603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uploaded our menu photo on a Monday. By Tuesday lunch we had QR codes on every table. Our staff stopped taking orders by hand that same week.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Rajan K., Spice Route, Bengaluru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15568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filed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913632"/>
            <a:ext cx="566928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291840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7" name="Text 25"/>
          <p:cNvSpPr/>
          <p:nvPr/>
        </p:nvSpPr>
        <p:spPr>
          <a:xfrm>
            <a:off x="2633472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33472" y="4343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87952" y="3913632"/>
            <a:ext cx="566928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68112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9744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9744" y="4343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pilots live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64224" y="3913632"/>
            <a:ext cx="566928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644384" y="3822192"/>
            <a:ext cx="228600" cy="2286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986016" y="41148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86016" y="4343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launch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261872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City-by-city, then chain-by-chain.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34290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43200" cy="2926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Now - Month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 field sales — walk-in AI demos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free pilots then 20 paid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Restaurant association pitch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078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Referral: Rs.2k credit per conversion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1417320"/>
            <a:ext cx="2743200" cy="34290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417320"/>
            <a:ext cx="2743200" cy="2926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 7-18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revenue expansion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city sales execs — Chennai, Pune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Supplier chain deals 50+ outlets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Reseller partner network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4078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Target: 500 outlets, Rs.30L ARR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1417320"/>
            <a:ext cx="2743200" cy="342900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417320"/>
            <a:ext cx="2743200" cy="2926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 19-36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Series 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0216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cities with City GMs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Hotel and resort vertical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216" y="34564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Mall and food court packages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4078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Series A: Rs.8-15 Cr off traction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179576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win on speed to live.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274320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1389888"/>
            <a:ext cx="1371600" cy="274320"/>
          </a:xfrm>
          <a:prstGeom prst="rect">
            <a:avLst/>
          </a:prstGeom>
          <a:solidFill>
            <a:srgbClr val="009E78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389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389888"/>
            <a:ext cx="164592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eMenu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389888"/>
            <a:ext cx="128016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Petpooja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389888"/>
            <a:ext cx="1280160" cy="274320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menu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70078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007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upload (photo to live)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71800" y="170078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17007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170078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7007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170078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700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170078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7007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206654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0665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required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71800" y="206654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0" y="20665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43400" y="206654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20665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89320" y="206654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69480" y="206654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2066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" y="243230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24323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QR — no reprint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71800" y="243230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24323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43400" y="243230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0" y="24323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89320" y="243230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24323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269480" y="243230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24323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28600" y="279806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time-based pricing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971800" y="279806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50" name="Text 48"/>
          <p:cNvSpPr/>
          <p:nvPr/>
        </p:nvSpPr>
        <p:spPr>
          <a:xfrm>
            <a:off x="3017520" y="27980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43400" y="279806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52" name="Text 50"/>
          <p:cNvSpPr/>
          <p:nvPr/>
        </p:nvSpPr>
        <p:spPr>
          <a:xfrm>
            <a:off x="4389120" y="27980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89320" y="279806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54" name="Text 52"/>
          <p:cNvSpPr/>
          <p:nvPr/>
        </p:nvSpPr>
        <p:spPr>
          <a:xfrm>
            <a:off x="6035040" y="27980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269480" y="279806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0" y="27980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28600" y="316382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58" name="Text 56"/>
          <p:cNvSpPr/>
          <p:nvPr/>
        </p:nvSpPr>
        <p:spPr>
          <a:xfrm>
            <a:off x="274320" y="31638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prediction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971800" y="316382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60" name="Text 58"/>
          <p:cNvSpPr/>
          <p:nvPr/>
        </p:nvSpPr>
        <p:spPr>
          <a:xfrm>
            <a:off x="3017520" y="31638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343400" y="316382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62" name="Text 60"/>
          <p:cNvSpPr/>
          <p:nvPr/>
        </p:nvSpPr>
        <p:spPr>
          <a:xfrm>
            <a:off x="4389120" y="31638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989320" y="316382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64" name="Text 62"/>
          <p:cNvSpPr/>
          <p:nvPr/>
        </p:nvSpPr>
        <p:spPr>
          <a:xfrm>
            <a:off x="6035040" y="31638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269480" y="316382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66" name="Text 64"/>
          <p:cNvSpPr/>
          <p:nvPr/>
        </p:nvSpPr>
        <p:spPr>
          <a:xfrm>
            <a:off x="7315200" y="31638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28600" y="352958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35295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and resort room QR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971800" y="352958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70" name="Text 68"/>
          <p:cNvSpPr/>
          <p:nvPr/>
        </p:nvSpPr>
        <p:spPr>
          <a:xfrm>
            <a:off x="3017520" y="35295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43400" y="352958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2" name="Text 70"/>
          <p:cNvSpPr/>
          <p:nvPr/>
        </p:nvSpPr>
        <p:spPr>
          <a:xfrm>
            <a:off x="4389120" y="3529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989320" y="352958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4" name="Text 72"/>
          <p:cNvSpPr/>
          <p:nvPr/>
        </p:nvSpPr>
        <p:spPr>
          <a:xfrm>
            <a:off x="6035040" y="35295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269480" y="352958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76" name="Text 74"/>
          <p:cNvSpPr/>
          <p:nvPr/>
        </p:nvSpPr>
        <p:spPr>
          <a:xfrm>
            <a:off x="7315200" y="35295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228600" y="389534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78" name="Text 76"/>
          <p:cNvSpPr/>
          <p:nvPr/>
        </p:nvSpPr>
        <p:spPr>
          <a:xfrm>
            <a:off x="274320" y="38953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Multi-outlet chain dash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971800" y="389534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80" name="Text 78"/>
          <p:cNvSpPr/>
          <p:nvPr/>
        </p:nvSpPr>
        <p:spPr>
          <a:xfrm>
            <a:off x="3017520" y="389534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343400" y="389534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82" name="Text 80"/>
          <p:cNvSpPr/>
          <p:nvPr/>
        </p:nvSpPr>
        <p:spPr>
          <a:xfrm>
            <a:off x="4389120" y="38953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5989320" y="389534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84" name="Text 82"/>
          <p:cNvSpPr/>
          <p:nvPr/>
        </p:nvSpPr>
        <p:spPr>
          <a:xfrm>
            <a:off x="6035040" y="38953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269480" y="389534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86" name="Text 84"/>
          <p:cNvSpPr/>
          <p:nvPr/>
        </p:nvSpPr>
        <p:spPr>
          <a:xfrm>
            <a:off x="7315200" y="38953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228600" y="4261104"/>
            <a:ext cx="274320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88" name="Text 86"/>
          <p:cNvSpPr/>
          <p:nvPr/>
        </p:nvSpPr>
        <p:spPr>
          <a:xfrm>
            <a:off x="274320" y="42611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971800" y="426110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90" name="Text 88"/>
          <p:cNvSpPr/>
          <p:nvPr/>
        </p:nvSpPr>
        <p:spPr>
          <a:xfrm>
            <a:off x="3017520" y="42611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343400" y="4261104"/>
            <a:ext cx="164592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92" name="Text 90"/>
          <p:cNvSpPr/>
          <p:nvPr/>
        </p:nvSpPr>
        <p:spPr>
          <a:xfrm>
            <a:off x="4389120" y="4261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day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989320" y="426110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94" name="Text 92"/>
          <p:cNvSpPr/>
          <p:nvPr/>
        </p:nvSpPr>
        <p:spPr>
          <a:xfrm>
            <a:off x="6035040" y="4261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7269480" y="4261104"/>
            <a:ext cx="1280160" cy="310896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96" name="Text 94"/>
          <p:cNvSpPr/>
          <p:nvPr/>
        </p:nvSpPr>
        <p:spPr>
          <a:xfrm>
            <a:off x="7315200" y="426110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done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28600" y="4626864"/>
            <a:ext cx="274320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98" name="Text 96"/>
          <p:cNvSpPr/>
          <p:nvPr/>
        </p:nvSpPr>
        <p:spPr>
          <a:xfrm>
            <a:off x="274320" y="46268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 India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971800" y="4626864"/>
            <a:ext cx="1371600" cy="310896"/>
          </a:xfrm>
          <a:prstGeom prst="rect">
            <a:avLst/>
          </a:prstGeom>
          <a:solidFill>
            <a:srgbClr val="0A2E1F"/>
          </a:solidFill>
          <a:ln/>
        </p:spPr>
      </p:sp>
      <p:sp>
        <p:nvSpPr>
          <p:cNvPr id="100" name="Text 98"/>
          <p:cNvSpPr/>
          <p:nvPr/>
        </p:nvSpPr>
        <p:spPr>
          <a:xfrm>
            <a:off x="3017520" y="46268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Rs.499/mo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343400" y="4626864"/>
            <a:ext cx="164592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02" name="Text 100"/>
          <p:cNvSpPr/>
          <p:nvPr/>
        </p:nvSpPr>
        <p:spPr>
          <a:xfrm>
            <a:off x="4389120" y="46268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Rs.799/mo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989320" y="462686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04" name="Text 102"/>
          <p:cNvSpPr/>
          <p:nvPr/>
        </p:nvSpPr>
        <p:spPr>
          <a:xfrm>
            <a:off x="6035040" y="4626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Rs.1,200/mo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269480" y="4626864"/>
            <a:ext cx="1280160" cy="310896"/>
          </a:xfrm>
          <a:prstGeom prst="rect">
            <a:avLst/>
          </a:prstGeom>
          <a:solidFill>
            <a:srgbClr val="161B2A"/>
          </a:solidFill>
          <a:ln/>
        </p:spPr>
      </p:sp>
      <p:sp>
        <p:nvSpPr>
          <p:cNvPr id="106" name="Text 104"/>
          <p:cNvSpPr/>
          <p:nvPr/>
        </p:nvSpPr>
        <p:spPr>
          <a:xfrm>
            <a:off x="7315200" y="4626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path to Rs.18 Cr ARR.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Rs.2,200 blended ARPU  |  70% Growth-plan mix  |  5% monthly churn modelled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256032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27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1627632"/>
            <a:ext cx="1463040" cy="34747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0116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outlets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20116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0116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468880"/>
            <a:ext cx="2560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468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8036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Rs.1,800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Rs.2,100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Rs.2,300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69480" y="24688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24688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Rs.2,500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2926080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29260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8036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Rs.1.08L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Rs.3.15L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0644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Rs.16.1L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69480" y="29260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0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Rs.1.25Cr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" y="3383280"/>
            <a:ext cx="25603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3832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88036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92608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Rs.13L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34340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38912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Rs.37.8L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0644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585216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Rs.1.93Cr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269480" y="338328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0" y="3383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Rs.15Cr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0040" y="3840480"/>
            <a:ext cx="256032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8404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88036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1" name="Text 59"/>
          <p:cNvSpPr/>
          <p:nvPr/>
        </p:nvSpPr>
        <p:spPr>
          <a:xfrm>
            <a:off x="292608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34340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3" name="Text 61"/>
          <p:cNvSpPr/>
          <p:nvPr/>
        </p:nvSpPr>
        <p:spPr>
          <a:xfrm>
            <a:off x="438912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80644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5" name="Text 63"/>
          <p:cNvSpPr/>
          <p:nvPr/>
        </p:nvSpPr>
        <p:spPr>
          <a:xfrm>
            <a:off x="585216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269480" y="3840480"/>
            <a:ext cx="1463040" cy="402336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7" name="Text 65"/>
          <p:cNvSpPr/>
          <p:nvPr/>
        </p:nvSpPr>
        <p:spPr>
          <a:xfrm>
            <a:off x="731520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20040" y="4370832"/>
            <a:ext cx="8503920" cy="502920"/>
          </a:xfrm>
          <a:prstGeom prst="rect">
            <a:avLst/>
          </a:prstGeom>
          <a:solidFill>
            <a:srgbClr val="E8FD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20040" y="43708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Month 22  |  Gross margin: 78% at scale  |  CAC: Rs.4,200  |  LTV: Rs.38,400  |  LTV:CAC = 9.1x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Rs.1.5 Cr seed round.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011680" cy="2560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 — supplier dashboard, hotel module, scalability.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32888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417320"/>
            <a:ext cx="201168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532888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24328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24328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city sales execs. Target 150 paid outlets by M18.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45736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45736" y="1417320"/>
            <a:ext cx="2011680" cy="25603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4745736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37176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7176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AI OCR API (Google Vision), Razorpay, monitoring.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58584" y="1417320"/>
            <a:ext cx="2011680" cy="30175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58584" y="1417320"/>
            <a:ext cx="2011680" cy="256032"/>
          </a:xfrm>
          <a:prstGeom prst="rect">
            <a:avLst/>
          </a:prstGeom>
          <a:solidFill>
            <a:srgbClr val="8B9BB4"/>
          </a:solidFill>
          <a:ln/>
        </p:spPr>
      </p:sp>
      <p:sp>
        <p:nvSpPr>
          <p:cNvPr id="24" name="Text 22"/>
          <p:cNvSpPr/>
          <p:nvPr/>
        </p:nvSpPr>
        <p:spPr>
          <a:xfrm>
            <a:off x="6958584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50024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Admin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50024" y="217627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Trademark, compliance, accountancy, Startup India.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 18 months  |  Valuation: Rs.6-8 Cr post-money  |  CCPS or equity  |  AviQR Technologies Pvt Ltd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focused, and shipping.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commercial skills to execute. Looking for capital, not co-founders.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 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057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AviQR from zero. 10+ years enterprise SaaS. Owns product, engineering, and investor relations.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160020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92024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96128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96128" y="2057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96128" y="2286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and React Native specialist. Built and scaled backend systems for 2M+ daily active users.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794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up in her family's restaurant in Chennai. Knows every objection an owner can raise — and the answer.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36008" y="3337560"/>
            <a:ext cx="4069080" cy="15544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3657600"/>
            <a:ext cx="685800" cy="685800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96128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96128" y="3794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96128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POS and ordering UX for a 50+ outlet QSR chain. Now building the product he always wished existed.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2 advisors: former VP at a leading Indian restaurant chain and an ex-partner at a Bengaluru SaaS fund.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30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ready.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just caught up.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98424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556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 at 79%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07568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menus failed in 2018 because half the base couldn't use them. Not anymore.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36008" y="166420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198424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093208" y="17556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accuracy crossed 95%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93208" y="207568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Vision and Textract now read Indian-language menus reliably.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1576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303580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07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India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12724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sales, onboarding, and support run on WhatsApp. Zero friction for owners.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6008" y="271576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45736" y="303580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93208" y="280720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mainstream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93208" y="312724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smartphones have a UPI app. Online payment for food is a habit.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6732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" y="408736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8587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hygiene shift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17880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diners prefer contactless menus. Owners are actively looking.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36008" y="3767328"/>
            <a:ext cx="4069080" cy="91440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45736" y="4087368"/>
            <a:ext cx="256032" cy="256032"/>
          </a:xfrm>
          <a:prstGeom prst="oval">
            <a:avLst/>
          </a:prstGeom>
          <a:solidFill>
            <a:srgbClr val="00C896"/>
          </a:solidFill>
          <a:ln/>
        </p:spPr>
      </p:sp>
      <p:sp>
        <p:nvSpPr>
          <p:cNvPr id="29" name="Text 27"/>
          <p:cNvSpPr/>
          <p:nvPr/>
        </p:nvSpPr>
        <p:spPr>
          <a:xfrm>
            <a:off x="5093208" y="38587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AI player yet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93208" y="4178808"/>
            <a:ext cx="3493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Dotpe has funding but no AI OCR, no permanent QR, no hotel vertical.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35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0" y="365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AI-powered QR menu layer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7.5 million restaurants.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1920240"/>
            <a:ext cx="4572000" cy="1417320"/>
          </a:xfrm>
          <a:prstGeom prst="rect">
            <a:avLst/>
          </a:prstGeom>
          <a:solidFill>
            <a:srgbClr val="1A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+91 88729 47878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313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sujeetn75@gmail.com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615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Koramangala, Bengaluru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916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Rs.1.5 Cr  |  CCPS  |  18-month runway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AviQR Technologies Pvt Ltd  ·  Bengaluru, Karnataka  ·  Confidential  ·  June 2026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7315200" cy="658368"/>
          </a:xfrm>
          <a:prstGeom prst="rect">
            <a:avLst/>
          </a:prstGeom>
          <a:solidFill>
            <a:srgbClr val="009E7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LAUNCH OFFER: First 500 restaurants FREE for 90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5171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88729 47878  ·  aviqr.com  ·  No credit card required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2026-06-14T18:53:36Z</dcterms:created>
  <dcterms:modified xsi:type="dcterms:W3CDTF">2026-06-14T18:53:36Z</dcterms:modified>
</cp:coreProperties>
</file>