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 LAUNCH OFFER</a:t>
            </a:r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Limited to first 500 restaurants in India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menu live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QR code —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1993392"/>
            <a:ext cx="8229600" cy="804672"/>
          </a:xfrm>
          <a:prstGeom prst="rect">
            <a:avLst/>
          </a:prstGeom>
          <a:solidFill>
            <a:srgbClr val="00C89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9339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for 90 days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4096512" cy="80467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70432" y="30175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menu OCR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32918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your paper or PDF menu into a digital menu in 15 minutes. Our AI does it — you don't type anything.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2944368"/>
            <a:ext cx="4096512" cy="80467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13832" y="30175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printed QRs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13832" y="32918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courier you printed QR table tents in your brand colours. Worth Rs.500.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4096512" cy="80467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70432" y="39319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42062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happy hour and weekend prices once. They run automatically forever.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3858768"/>
            <a:ext cx="4096512" cy="80467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13832" y="39319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setup call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13832" y="42062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walks you through your dashboard on WhatsApp. Any language.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9E78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on WhatsApp: +91 88729 47878  ·  aviqr.com  ·  No credit card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get. How it works.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965960" cy="2560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508760"/>
            <a:ext cx="658368" cy="658368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5420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+91 88729 47878. Share photo of your menu. We confirm in 5 min.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1417320"/>
            <a:ext cx="1965960" cy="2560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35808" y="1508760"/>
            <a:ext cx="658368" cy="658368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035808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78608" y="2267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78608" y="25420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goes live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78608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runs, you review on your phone, QR code is generated. 15 min total.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54296" y="1417320"/>
            <a:ext cx="1965960" cy="2560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02936" y="1508760"/>
            <a:ext cx="658368" cy="658368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202936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45736" y="2267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1-90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45736" y="25420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45736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AviQR fully — orders, dashboard, dynamic AI pricing. No credit card, no charges.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21424" y="1417320"/>
            <a:ext cx="1965960" cy="2560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70064" y="1508760"/>
            <a:ext cx="658368" cy="658368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370064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12864" y="2267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12864" y="25420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12864" y="2926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at Rs.499/mo (50% off Starter), or stop. No automatic billing.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14800"/>
            <a:ext cx="8503920" cy="658368"/>
          </a:xfrm>
          <a:prstGeom prst="rect">
            <a:avLst/>
          </a:prstGeom>
          <a:solidFill>
            <a:srgbClr val="E8FD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160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90-day trial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price Rs.499/mo for next 6 months  ·  then standard Starter Rs.999/mo  ·  cancel anytime  ·  no annual lock-in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+91 88729 47878 to claim  ·  aviqr.com  ·  hello@aviqr.com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2026-06-14T18:49:56Z</dcterms:created>
  <dcterms:modified xsi:type="dcterms:W3CDTF">2026-06-14T18:49:56Z</dcterms:modified>
</cp:coreProperties>
</file>