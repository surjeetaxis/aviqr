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AviQR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&amp; Hotel 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QR-Powered · Multilingual · AI-Enhanced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2025 · Version 2.0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731520"/>
            <a:ext cx="3017520" cy="77724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74980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0" y="932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1737360"/>
            <a:ext cx="3017520" cy="77724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75564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858000" y="19385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2743200"/>
            <a:ext cx="3017520" cy="77724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76148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58000" y="29443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3749040"/>
            <a:ext cx="3017520" cy="77724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76732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3950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restaurant ordering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4206240" cy="128016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menus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to print, impossible to update prices quickly, no customer analytics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4206240" cy="128016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7784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wait times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77840" y="1874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busy taking orders manually — customers leave due to slow service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206240" cy="128016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2971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barriers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337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of India speaks regional languages — English menus lose customers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834640"/>
            <a:ext cx="4206240" cy="128016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77840" y="2971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3337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insight into peak hours, popular items, or customer retention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AviQR — scan, order, pay, done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 download · No physical menu · No language barrier · Real-time for restaurant owners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645920"/>
            <a:ext cx="2103120" cy="109728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scans QR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21031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9E75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1645920"/>
            <a:ext cx="2103120" cy="109728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🍛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2316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Browses menu in their language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21031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9E75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645920"/>
            <a:ext cx="2103120" cy="109728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to cart + customises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21031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9E75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03720" y="1645920"/>
            <a:ext cx="2103120" cy="109728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0372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via UPI/card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3108960"/>
            <a:ext cx="2103120" cy="109728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82880" y="3657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sees live order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356616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9E75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423160" y="3108960"/>
            <a:ext cx="2103120" cy="109728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🖨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423160" y="3657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 prints in kitchen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356616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9E75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3108960"/>
            <a:ext cx="2103120" cy="109728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663440" y="3657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ustomer gets WhatsApp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11 AI Features — Powered by Claude claude-sonnet-4-6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" y="1097280"/>
            <a:ext cx="214884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1188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" y="1600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Assistant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" y="18745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anything in plain language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59152" y="1097280"/>
            <a:ext cx="214884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1188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59152" y="1600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59152" y="18745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also ordered, trending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1097280"/>
            <a:ext cx="214884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188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26864" y="1600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Search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18745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menu search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94576" y="1097280"/>
            <a:ext cx="214884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4576" y="1188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94576" y="1600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94576" y="18745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customer support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2340864"/>
            <a:ext cx="214884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" y="243230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" y="284378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" y="3118104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insights + forecasts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59152" y="2340864"/>
            <a:ext cx="214884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243230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359152" y="284378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59152" y="3118104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SEO-friendly menu copy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26864" y="2340864"/>
            <a:ext cx="214884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243230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😊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26864" y="284378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26864" y="3118104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analysis + alerts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94576" y="2340864"/>
            <a:ext cx="214884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94576" y="243230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94576" y="284378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94576" y="3118104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per order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3584448"/>
            <a:ext cx="214884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" y="367588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1440" y="40873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" y="436168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prediction + inventory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359152" y="3584448"/>
            <a:ext cx="214884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59152" y="367588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2359152" y="40873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59152" y="436168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Festival &amp; peak promotions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26864" y="3584448"/>
            <a:ext cx="214884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26864" y="367588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626864" y="40873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Ordering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26864" y="436168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Hands-free ordering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 — India restaurant tech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4114800" cy="16459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17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057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restaurant industry (2025)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 CAGR to $140B by 2030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114800" cy="16459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417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350M+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54880" y="2057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Indians scan QR daily (UPI)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 to "scan to order"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4114800" cy="16459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461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5760" y="3886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QR menu adoption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206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340% since 2020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108960"/>
            <a:ext cx="4114800" cy="16459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2461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54880" y="3886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with hotel+mall+9 languages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206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AviQR's unique position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— 14 microservices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850392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(browser/phone)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0" y="10515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scan  ·  React SPA  ·  Expo mobile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850392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(port 8080)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920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  ·  Rate limiting  ·  CORS  ·  Load balancer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743200"/>
            <a:ext cx="8503920" cy="7315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Services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2788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 ·  shop  ·  menu  ·  order  ·  payment  ·  qr  ·  notification  ·  hotel  ·  mall  ·  support  ·  report  ·  ocr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931920"/>
            <a:ext cx="850392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3977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×9  ·  MongoDB  ·  Redis  ·  RabbitMQ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 &amp; unit economics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2743200" cy="2560320"/>
          </a:xfrm>
          <a:prstGeom prst="rect">
            <a:avLst/>
          </a:prstGeom>
          <a:solidFill>
            <a:srgbClr val="F9FAF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₹0/mo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20 items, 50 orders/day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743200" cy="25603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₹999/mo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0" y="2377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+ dynamic pricing + loyalty + WhatsApp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743200" cy="2560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2648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₹2,499/mo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2377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Multi-outlet + CRM + AI + API access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931920"/>
            <a:ext cx="27432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950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206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shops free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434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testimonials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3931920"/>
            <a:ext cx="27432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950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4206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paid shops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4434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₹50K MRR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931920"/>
            <a:ext cx="27432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950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4206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paid shops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4434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₹2L+ MRR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AviQR wins — competitive 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411480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9-language QR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7830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Petpooja, DotPe, POSist — all English only. 70% of India speaks regional languages.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11480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🏨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3212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Multi-venue: restaurant + hotel + mall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32120" y="17830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serves all 3 venues. One mall = 40+ paying subscriptions per sales call.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411480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00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AI features built-in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6118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assistant, recommendations, smart search, chatbot, analytics, fraud detection — all included.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108960"/>
            <a:ext cx="411480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200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3212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starter plan + freemium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36118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barrier than Petpooja (₹1,200/mo). Convert on value, not sales pressure.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post-launch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2743200" cy="3657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1–30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43200" cy="310896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91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Soft launch 20 pilot restaurants Bengaluru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Fix bugs from real-world feedback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1546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Collect testimonials and case studies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First paying customers at ₹999/month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3657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31–60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1554480"/>
            <a:ext cx="2743200" cy="3108960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691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Target hotels and food court malls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423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Android app on Google Play Store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31546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WhatsApp marketing campaigns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50 paid shops milestone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61–90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554480"/>
            <a:ext cx="2743200" cy="31089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691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Expand to Mumbai and Pune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423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KOT thermal printer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31546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Loyalty stamp-card program launch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₹1L+ MRR target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launch?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AviQR is code-complete. 6 environment variables stand between you and production.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377440"/>
            <a:ext cx="4297680" cy="5943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23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RAZORPAY_KEY_ID/SECRET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2423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payments (Razorpay Dashboard)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2377440"/>
            <a:ext cx="4297680" cy="5943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423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TWILIO_ACCOUNT_SID/TOKEN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06640" y="2423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notifications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4297680" cy="5943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54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SMTP credentials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3154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+ transactional emails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3108960"/>
            <a:ext cx="4297680" cy="5943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154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GOOGLE_VISION_API_KEY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06640" y="3154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menu upload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4297680" cy="5943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86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VITE_SENTRY_DSN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3886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reporting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840480"/>
            <a:ext cx="4297680" cy="5943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886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APP_WHATSAPP_ENABLED=true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0" y="3886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WhatsApp delivery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aviqr.in  ·  support@aviqr.in  ·  © 2025 AviQR Technologies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AviQR — QR Restaurant OS</dc:title>
  <dc:subject>Product Presentation June 2025</dc:subject>
  <dc:creator>AviQR Team</dc:creator>
  <cp:lastModifiedBy>AviQR Team</cp:lastModifiedBy>
  <cp:revision>1</cp:revision>
  <dcterms:created xsi:type="dcterms:W3CDTF">2026-06-25T15:32:22Z</dcterms:created>
  <dcterms:modified xsi:type="dcterms:W3CDTF">2026-06-25T15:32:22Z</dcterms:modified>
</cp:coreProperties>
</file>